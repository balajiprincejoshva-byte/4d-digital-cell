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5" r:id="rId8"/>
    <p:sldId id="266" r:id="rId9"/>
    <p:sldId id="267" r:id="rId10"/>
    <p:sldId id="268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E7CAB-780B-4DF3-A1ED-2FFD2FE756F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B5389-F0E3-4236-9ACF-BAC7B841B8A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E7CAB-780B-4DF3-A1ED-2FFD2FE756F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B5389-F0E3-4236-9ACF-BAC7B841B8A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E7CAB-780B-4DF3-A1ED-2FFD2FE756F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B5389-F0E3-4236-9ACF-BAC7B841B8A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E7CAB-780B-4DF3-A1ED-2FFD2FE756F2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B5389-F0E3-4236-9ACF-BAC7B841B8A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E7CAB-780B-4DF3-A1ED-2FFD2FE756F2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B5389-F0E3-4236-9ACF-BAC7B841B8A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E7CAB-780B-4DF3-A1ED-2FFD2FE756F2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B5389-F0E3-4236-9ACF-BAC7B841B8A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E7CAB-780B-4DF3-A1ED-2FFD2FE756F2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B5389-F0E3-4236-9ACF-BAC7B841B8A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E7CAB-780B-4DF3-A1ED-2FFD2FE756F2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B5389-F0E3-4236-9ACF-BAC7B841B8A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E7CAB-780B-4DF3-A1ED-2FFD2FE756F2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B5389-F0E3-4236-9ACF-BAC7B841B8A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E7CAB-780B-4DF3-A1ED-2FFD2FE756F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B5389-F0E3-4236-9ACF-BAC7B841B8A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E7CAB-780B-4DF3-A1ED-2FFD2FE756F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B5389-F0E3-4236-9ACF-BAC7B841B8A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2E7CAB-780B-4DF3-A1ED-2FFD2FE756F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1B5389-F0E3-4236-9ACF-BAC7B841B8A6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464269"/>
            <a:ext cx="9144000" cy="23876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AI-Driven 4D Digital Cell for Multiscale Genome-to-Phenotype Simulation, Cellular State Prediction and In-Silico Genetic Perturbation</a:t>
            </a:r>
            <a:endParaRPr lang="en-IN" sz="40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87800"/>
            <a:ext cx="9144000" cy="2387600"/>
          </a:xfrm>
        </p:spPr>
        <p:txBody>
          <a:bodyPr>
            <a:normAutofit/>
          </a:bodyPr>
          <a:lstStyle/>
          <a:p>
            <a:pPr algn="l"/>
            <a:r>
              <a:rPr lang="en-IN" sz="2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 Sanjay:192422094</a:t>
            </a:r>
            <a:endParaRPr lang="en-IN" sz="20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2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Balaji:192422050</a:t>
            </a:r>
            <a:endParaRPr lang="en-IN" sz="20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20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</a:t>
            </a:r>
            <a:r>
              <a:rPr lang="en-IN" sz="2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Khadhir Ahamad:192520045</a:t>
            </a:r>
            <a:endParaRPr lang="en-IN" sz="20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20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I.Mohamed</a:t>
            </a:r>
            <a:r>
              <a:rPr lang="en-IN" sz="2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Yaqub:1920260024</a:t>
            </a:r>
            <a:endParaRPr lang="en-IN" sz="20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</a:t>
            </a:r>
            <a:r>
              <a:rPr lang="en-IN" sz="200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by:A.Swathi</a:t>
            </a: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000" dirty="0">
              <a:solidFill>
                <a:schemeClr val="accent4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029" y="307670"/>
            <a:ext cx="11251095" cy="102066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of the Project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97735"/>
          </a:xfrm>
        </p:spPr>
        <p:txBody>
          <a:bodyPr>
            <a:normAutofit lnSpcReduction="10000"/>
          </a:bodyPr>
          <a:lstStyle/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AI-driven 4D digital cell model.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connect genetic information with cellular functions.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simulate cellular changes over time.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predict cellular states using AI.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study the effects of genetic changes through computer-based simulations.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295" y="3981947"/>
            <a:ext cx="10477500" cy="287605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2151" y="158626"/>
            <a:ext cx="1543298" cy="116129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190" y="155922"/>
            <a:ext cx="1721374" cy="11639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Introduction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cell is the basic unit of life. Every cell contains genes that control its activities, such as growth, energy production, and protein formation. Changes in genes can affect how a cell functions and may lead to diseases.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(AI) and Machine Learning (ML) can help scientists understand how genes influence cell behavior.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4D Digital Cell is a computer-based model that represents how a cell behaves and changes over time. Here, the four dimensions refer to three-dimensional space (3D) and time (4D).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develop a simple AI-based computational model that connects genes with cellular activities and predicts possible changes in a cell when a gene is modified.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can help researchers study cellular behavior without performing every experiment in a laboratory.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190" y="155922"/>
            <a:ext cx="1721374" cy="116399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2151" y="158626"/>
            <a:ext cx="1543298" cy="11612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Project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60905"/>
            <a:ext cx="10515600" cy="3414395"/>
          </a:xfrm>
        </p:spPr>
        <p:txBody>
          <a:bodyPr>
            <a:normAutofit/>
          </a:bodyPr>
          <a:lstStyle/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gene-expression data to understand cellular activities.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cellular states using Machine Learning techniques.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relationships between genetic information and observable cellular characteristics.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 possible effects of changes in selected gene-expression levels.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future research in disease studies and drug discovery through computational predictions.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190" y="155922"/>
            <a:ext cx="1721374" cy="116399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2151" y="158626"/>
            <a:ext cx="1543298" cy="11612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33145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185" y="1539240"/>
            <a:ext cx="10748645" cy="482917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objectives are:</a:t>
            </a:r>
            <a:endParaRPr lang="en-US" alt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biological data: Obtain gene-expression and cellular data from public biological databases.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gene activity: Use simple computational tools to understand gene-expression patterns.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cellular states: Apply Machine Learning to predict possible cellular conditions based on biological data.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 genetic perturbations: Study how increasing, decreasing, or modifying the activity of a selected gene may affect cellular behavior.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genes to phenotypes: Understand how changes in gene activity may influence observable cellular characteristics.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results: Present the predicted changes through graphs, tables, and simple visualizations.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190" y="155922"/>
            <a:ext cx="1721374" cy="116399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2151" y="158626"/>
            <a:ext cx="1543298" cy="11612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18005" y="365125"/>
            <a:ext cx="8940800" cy="1325880"/>
          </a:xfrm>
        </p:spPr>
        <p:txBody>
          <a:bodyPr>
            <a:normAutofit/>
          </a:bodyPr>
          <a:p>
            <a:pPr algn="ctr"/>
            <a:r>
              <a:rPr lang="en-US" altLang="en-US" sz="422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— Biological Data Collection and Preparation</a:t>
            </a:r>
            <a:endParaRPr lang="en-US" altLang="en-US" sz="422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45055"/>
            <a:ext cx="10515600" cy="3237865"/>
          </a:xfrm>
        </p:spPr>
        <p:txBody>
          <a:bodyPr/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Collect gene-expression data from the NCBI Gene Expression Omnibus (GEO) database.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Select a suitable cell type or biological condition.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Download and organize the gene-expression dataset using Python.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Handle missing values and clean the data using Pandas.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Prepare the dataset for AI-based analysis.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190" y="155922"/>
            <a:ext cx="1721374" cy="116399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2151" y="158626"/>
            <a:ext cx="1543298" cy="11612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7325" y="365125"/>
            <a:ext cx="9486900" cy="1325880"/>
          </a:xfrm>
        </p:spPr>
        <p:txBody>
          <a:bodyPr>
            <a:normAutofit/>
          </a:bodyPr>
          <a:p>
            <a:pPr algn="ctr"/>
            <a:r>
              <a:rPr lang="en-US" altLang="en-US" sz="4220">
                <a:latin typeface="Times New Roman" panose="02020603050405020304" pitchFamily="18" charset="0"/>
                <a:cs typeface="Times New Roman" panose="02020603050405020304" pitchFamily="18" charset="0"/>
              </a:rPr>
              <a:t>MODULE 2: AI-Based Gene Expression Analysis and Cellular State Prediction</a:t>
            </a:r>
            <a:endParaRPr lang="en-US" altLang="en-US" sz="422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77085"/>
            <a:ext cx="10515600" cy="3246120"/>
          </a:xfrm>
        </p:spPr>
        <p:txBody>
          <a:bodyPr/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Load the prepared dataset into Google Colab.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Analyze gene-expression levels using Python and Pandas.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Visualize gene-expression patterns using graphs and heatmaps.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Divide the dataset into training and testing sets.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Train a Random Forest Classifier to predict cellular states.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Evaluate the model using accuracy and other suitable performance measures.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95" y="63847"/>
            <a:ext cx="1721374" cy="116399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2151" y="158626"/>
            <a:ext cx="1543298" cy="11612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9895" y="365125"/>
            <a:ext cx="9158605" cy="1325880"/>
          </a:xfrm>
        </p:spPr>
        <p:txBody>
          <a:bodyPr/>
          <a:p>
            <a:pPr algn="ctr"/>
            <a:r>
              <a:rPr lang="en-US" altLang="en-US" sz="3800">
                <a:latin typeface="Times New Roman" panose="02020603050405020304" pitchFamily="18" charset="0"/>
                <a:cs typeface="Times New Roman" panose="02020603050405020304" pitchFamily="18" charset="0"/>
              </a:rPr>
              <a:t>MODULE 3: Genetic Perturbation, Simulation and 4D Visualization</a:t>
            </a:r>
            <a:endParaRPr lang="en-US" altLang="en-US" sz="3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77415"/>
            <a:ext cx="10515600" cy="3824605"/>
          </a:xfrm>
        </p:spPr>
        <p:txBody>
          <a:bodyPr>
            <a:normAutofit/>
          </a:bodyPr>
          <a:p>
            <a:pPr>
              <a:lnSpc>
                <a:spcPct val="10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Select a gene from the prepared dataset.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Record its original gene-expression value.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Simulate an increase or decrease in the selected gene's expression.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Compare cellular state predictions before and after the simulated change.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Visualize the results using graphs and charts.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Use time-based representations where suitable temporal data or a dynamic model is available.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Analyze the possible effects of genetic changes on cellular behavior.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190" y="155922"/>
            <a:ext cx="1721374" cy="116399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2151" y="158626"/>
            <a:ext cx="1543298" cy="11612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5580" y="365125"/>
            <a:ext cx="9116695" cy="1325880"/>
          </a:xfrm>
        </p:spPr>
        <p:txBody>
          <a:bodyPr>
            <a:normAutofit/>
          </a:bodyPr>
          <a:p>
            <a:pPr algn="ctr"/>
            <a:r>
              <a:rPr lang="en-US" altLang="en-US" sz="4220">
                <a:latin typeface="Times New Roman" panose="02020603050405020304" pitchFamily="18" charset="0"/>
                <a:cs typeface="Times New Roman" panose="02020603050405020304" pitchFamily="18" charset="0"/>
              </a:rPr>
              <a:t>Module 4 — Genetic Perturbation and 4D Visualization</a:t>
            </a:r>
            <a:endParaRPr lang="en-US" altLang="en-US" sz="422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77415"/>
            <a:ext cx="10515600" cy="3347085"/>
          </a:xfrm>
        </p:spPr>
        <p:txBody>
          <a:bodyPr/>
          <a:p>
            <a:pPr algn="just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Select a gene from the prepared dataset.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Record its original gene-expression value.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Simulate an increase or decrease in its expression level.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Compare the model's predictions before and after the simulated change.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Visualize the results using graphs and, where suitable temporal data or a dynamic model is available, time-based representations.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85" y="63847"/>
            <a:ext cx="1721374" cy="116399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2151" y="158626"/>
            <a:ext cx="1543298" cy="116129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05866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lstStyle/>
          <a:p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Collect gene-expression data from the NCBI GEO database.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Clean and organize the data using Python.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 Expression Analysis: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Study gene activity and identify patterns.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Model Training: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Train a Random Forest model using gene-expression data.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Cellular State Prediction: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Predict cellular states using the trained model.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Genetic Perturbation: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Simulate an increase or decrease in a selected gene's expression.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Comparison: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Compare the original and simulated cellular state predictions.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Present the results using graphs and charts.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Evaluation: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the model's performance using suitable evaluation measures.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Summarize the findings and explain the limitations of the predictions.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190" y="155922"/>
            <a:ext cx="1721374" cy="116399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2151" y="158626"/>
            <a:ext cx="1543298" cy="11612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877" y="1097280"/>
            <a:ext cx="10515600" cy="983022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 Results and Outcomes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733" y="2141537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altLang="en-US" sz="26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clean gene-expression dataset will be obtained from the NCBI GEO database.</a:t>
            </a:r>
            <a:endParaRPr lang="en-US" altLang="en-US" sz="26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6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Gene-expression patterns will be identified using graphs and charts.</a:t>
            </a:r>
            <a:endParaRPr lang="en-US" altLang="en-US" sz="26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6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Random Forest model will predict cellular states from gene-expression data.</a:t>
            </a:r>
            <a:endParaRPr lang="en-US" altLang="en-US" sz="26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6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accuracy and performance will be evaluated using suitable metrics.</a:t>
            </a:r>
            <a:endParaRPr lang="en-US" altLang="en-US" sz="26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6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Simulated gene-expression changes will be compared to study differences in model predictions.</a:t>
            </a:r>
            <a:endParaRPr lang="en-US" altLang="en-US" sz="26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6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Graphs and visualizations will help explain possible changes in cellular behavior.</a:t>
            </a:r>
            <a:endParaRPr lang="en-US" altLang="en-US" sz="26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190" y="155922"/>
            <a:ext cx="1721374" cy="116399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2151" y="158626"/>
            <a:ext cx="1543298" cy="116129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AI-driven 4D digital cell is a proposed approach to computationally represent cellular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aims to connect genetic information with molecular activities and cellular characteristics.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can help predict cellular states and investigate the possible effects of genetic changes.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Combining multiple biological data types may improve the understanding of cellular processes.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predictions must be compared with experimental results before biological conclusions are confirmed.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190" y="155922"/>
            <a:ext cx="1721374" cy="116399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2151" y="158626"/>
            <a:ext cx="1543298" cy="116129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Cell </a:t>
            </a:r>
            <a:r>
              <a:rPr lang="en-IN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Previous research has explored computer models to understand cellular structures and biological processes.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in Biology: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and machine learning help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complex biological data and predict cellular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Genome-to-Phenotype Research: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Studies investigate how genetic information influences proteins, cellular functions, and observable characteristics.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Single-Cell Analysis: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Single-cell RNA sequencing helps researchers understand differences between individual cells.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Genetic Perturbation: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Computational methods help predict how changes in gene activity may affect cellular functions.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Integrating genetic, molecular, and cellular information into a reliable, time-dependent digital cell model remains a major challenge.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190" y="155922"/>
            <a:ext cx="1721374" cy="116399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2151" y="158626"/>
            <a:ext cx="1543298" cy="11612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6623</Words>
  <Application>WPS Presentation</Application>
  <PresentationFormat>Widescreen</PresentationFormat>
  <Paragraphs>119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SimSun</vt:lpstr>
      <vt:lpstr>Wingdings</vt:lpstr>
      <vt:lpstr>Times New Roman</vt:lpstr>
      <vt:lpstr>Microsoft YaHei</vt:lpstr>
      <vt:lpstr>Arial Unicode MS</vt:lpstr>
      <vt:lpstr>Aptos Display</vt:lpstr>
      <vt:lpstr>Segoe UI Variable Display</vt:lpstr>
      <vt:lpstr>Aptos</vt:lpstr>
      <vt:lpstr>Segoe UI</vt:lpstr>
      <vt:lpstr>Calibri</vt:lpstr>
      <vt:lpstr>Office Theme</vt:lpstr>
      <vt:lpstr>An AI-Driven 4D Digital Cell for Multiscale Genome-to-Phenotype Simulation, Cellular State Prediction and In-Silico Genetic Perturbation</vt:lpstr>
      <vt:lpstr>Aim of the Project</vt:lpstr>
      <vt:lpstr>Introduction</vt:lpstr>
      <vt:lpstr>Scope of the Project</vt:lpstr>
      <vt:lpstr>Objectives</vt:lpstr>
      <vt:lpstr>Module 1 — Biological Data Collection and Preparation</vt:lpstr>
      <vt:lpstr>Module 2 — AI-Based Gene Expression Analysis</vt:lpstr>
      <vt:lpstr>Module 3 — Cellular State Prediction</vt:lpstr>
      <vt:lpstr>Module 4 — Genetic Perturbation and 4D Visualization</vt:lpstr>
      <vt:lpstr>Methodology</vt:lpstr>
      <vt:lpstr>Possible Results and Outcomes</vt:lpstr>
      <vt:lpstr>Conclusion</vt:lpstr>
      <vt:lpstr>Literature Review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skkhadhir164@gmail.com</dc:creator>
  <cp:lastModifiedBy>Sk Khadhir</cp:lastModifiedBy>
  <cp:revision>3</cp:revision>
  <dcterms:created xsi:type="dcterms:W3CDTF">2026-10-12T14:58:00Z</dcterms:created>
  <dcterms:modified xsi:type="dcterms:W3CDTF">2026-10-26T14:21:19Z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6B19F79C34B24CC2B421771E68B80582_13</vt:lpwstr>
  </property>
</Properties>
</file>